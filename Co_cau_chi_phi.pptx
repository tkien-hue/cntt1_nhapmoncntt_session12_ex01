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9031004477486"/>
          <c:y val="0.247958640599992"/>
          <c:w val="0.445733915142512"/>
          <c:h val="0.76988454137267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>
                <a:outerShdw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Phi đối tác, ngân hàng</c:v>
                </c:pt>
                <c:pt idx="1">
                  <c:v>Chi phí  vần hành</c:v>
                </c:pt>
                <c:pt idx="2">
                  <c:v>Chi phí marketing</c:v>
                </c:pt>
                <c:pt idx="3">
                  <c:v>Khác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0.46</c:v>
                </c:pt>
                <c:pt idx="1">
                  <c:v>0.28</c:v>
                </c:pt>
                <c:pt idx="2">
                  <c:v>0.16</c:v>
                </c:pt>
                <c:pt idx="3">
                  <c:v>0.1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06049355754532"/>
          <c:y val="0.103912764592688"/>
          <c:w val="0.657239571958943"/>
          <c:h val="0.086112892880051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0" y="0"/>
            <a:ext cx="9799320" cy="1992630"/>
          </a:xfrm>
        </p:spPr>
        <p:txBody>
          <a:bodyPr>
            <a:normAutofit/>
          </a:bodyPr>
          <a:p>
            <a:r>
              <a:rPr lang="en-US" altLang="en-US" sz="4400" b="1" i="1">
                <a:solidFill>
                  <a:schemeClr val="tx1"/>
                </a:solidFill>
              </a:rPr>
              <a:t>Doanh thu </a:t>
            </a:r>
            <a:r>
              <a:rPr lang="" altLang="en-US" sz="4400" b="1" i="1">
                <a:solidFill>
                  <a:schemeClr val="tx1"/>
                </a:solidFill>
              </a:rPr>
              <a:t>đ</a:t>
            </a:r>
            <a:r>
              <a:rPr lang="en-US" altLang="en-US" sz="4400" b="1" i="1">
                <a:solidFill>
                  <a:schemeClr val="tx1"/>
                </a:solidFill>
              </a:rPr>
              <a:t>ạt 12,45 tỷ VND nhờ </a:t>
            </a:r>
            <a:r>
              <a:rPr lang="" altLang="en-US" sz="4400" b="1" i="1">
                <a:solidFill>
                  <a:schemeClr val="tx1"/>
                </a:solidFill>
              </a:rPr>
              <a:t>ư</a:t>
            </a:r>
            <a:r>
              <a:rPr lang="en-US" altLang="en-US" sz="4400" b="1" i="1">
                <a:solidFill>
                  <a:schemeClr val="tx1"/>
                </a:solidFill>
              </a:rPr>
              <a:t>u </a:t>
            </a:r>
            <a:r>
              <a:rPr lang="" altLang="en-US" sz="4400" b="1" i="1">
                <a:solidFill>
                  <a:schemeClr val="tx1"/>
                </a:solidFill>
              </a:rPr>
              <a:t>đ</a:t>
            </a:r>
            <a:r>
              <a:rPr lang="en-US" altLang="en-US" sz="4400" b="1" i="1">
                <a:solidFill>
                  <a:schemeClr val="tx1"/>
                </a:solidFill>
              </a:rPr>
              <a:t>ãi nạp </a:t>
            </a:r>
            <a:r>
              <a:rPr lang="" altLang="en-US" sz="4400" b="1" i="1">
                <a:solidFill>
                  <a:schemeClr val="tx1"/>
                </a:solidFill>
              </a:rPr>
              <a:t>đ</a:t>
            </a:r>
            <a:r>
              <a:rPr lang="en-US" altLang="en-US" sz="4400" b="1" i="1">
                <a:solidFill>
                  <a:schemeClr val="tx1"/>
                </a:solidFill>
              </a:rPr>
              <a:t>iện thoại</a:t>
            </a:r>
            <a:endParaRPr lang="en-US" altLang="en-US" sz="4400" b="1" i="1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 flipH="1">
            <a:off x="0" y="1866900"/>
            <a:ext cx="4122420" cy="833755"/>
          </a:xfrm>
        </p:spPr>
        <p:txBody>
          <a:bodyPr/>
          <a:p>
            <a:r>
              <a:rPr lang="vi-VN" altLang="en-US"/>
              <a:t>I.Cơ cấu chi </a:t>
            </a:r>
            <a:r>
              <a:rPr lang="vi-VN" altLang="en-US"/>
              <a:t>phí</a:t>
            </a:r>
            <a:endParaRPr lang="vi-VN" altLang="en-US"/>
          </a:p>
        </p:txBody>
      </p:sp>
      <p:graphicFrame>
        <p:nvGraphicFramePr>
          <p:cNvPr id="4" name="Chart 3"/>
          <p:cNvGraphicFramePr/>
          <p:nvPr/>
        </p:nvGraphicFramePr>
        <p:xfrm>
          <a:off x="3407410" y="2242820"/>
          <a:ext cx="7516495" cy="4615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WPS Presentation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Doanh thu đạt 12,45 tỷ VND nhờ ưu đãi nạp điện thoại</dc:title>
  <dc:creator>Dell</dc:creator>
  <cp:lastModifiedBy>kien trung</cp:lastModifiedBy>
  <cp:revision>1</cp:revision>
  <dcterms:created xsi:type="dcterms:W3CDTF">2026-10-25T02:48:54Z</dcterms:created>
  <dcterms:modified xsi:type="dcterms:W3CDTF">2026-10-25T02:48:55Z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C13358ECC96843EDB045ACCCE025E462_11</vt:lpwstr>
  </property>
</Properties>
</file>